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2"/>
  </p:notesMasterIdLst>
  <p:handoutMasterIdLst>
    <p:handoutMasterId r:id="rId13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5/14/2026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5/14/2026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anchor="t">
            <a:normAutofit/>
          </a:bodyPr>
          <a:lstStyle/>
          <a:p>
            <a:r>
              <a:rPr lang="en-US" dirty="0"/>
              <a:t>Sprint 2 01.05 – 14.05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anchor="t">
            <a:normAutofit/>
          </a:bodyPr>
          <a:lstStyle/>
          <a:p>
            <a:r>
              <a:rPr lang="en-US" dirty="0" err="1"/>
              <a:t>Merkador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2BD81-DB04-0438-B7CB-F1F772B4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General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4D599-BBE4-A442-4CC1-5663B5557FD6}"/>
              </a:ext>
            </a:extLst>
          </p:cNvPr>
          <p:cNvSpPr txBox="1"/>
          <p:nvPr/>
        </p:nvSpPr>
        <p:spPr>
          <a:xfrm>
            <a:off x="457200" y="1828800"/>
            <a:ext cx="58643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sprintul</a:t>
            </a:r>
            <a:r>
              <a:rPr lang="en-US" dirty="0"/>
              <a:t> 2 s-a </a:t>
            </a:r>
            <a:r>
              <a:rPr lang="en-US" dirty="0" err="1"/>
              <a:t>aplicat</a:t>
            </a:r>
            <a:r>
              <a:rPr lang="en-US" dirty="0"/>
              <a:t> </a:t>
            </a:r>
            <a:r>
              <a:rPr lang="en-US" dirty="0" err="1"/>
              <a:t>următoarea</a:t>
            </a:r>
            <a:r>
              <a:rPr lang="en-US" dirty="0"/>
              <a:t> </a:t>
            </a:r>
            <a:r>
              <a:rPr lang="en-US" dirty="0" err="1"/>
              <a:t>strategie</a:t>
            </a:r>
            <a:r>
              <a:rPr lang="en-US" dirty="0"/>
              <a:t>: </a:t>
            </a:r>
            <a:r>
              <a:rPr lang="en-US" dirty="0" err="1"/>
              <a:t>integrarea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testarea</a:t>
            </a:r>
            <a:r>
              <a:rPr lang="en-US" dirty="0"/>
              <a:t> pe </a:t>
            </a:r>
            <a:r>
              <a:rPr lang="en-US" dirty="0" err="1"/>
              <a:t>partea</a:t>
            </a:r>
            <a:r>
              <a:rPr lang="en-US" dirty="0"/>
              <a:t> de frontend.</a:t>
            </a:r>
          </a:p>
          <a:p>
            <a:endParaRPr lang="en-US" dirty="0"/>
          </a:p>
          <a:p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membru</a:t>
            </a:r>
            <a:r>
              <a:rPr lang="en-US" dirty="0"/>
              <a:t> al </a:t>
            </a:r>
            <a:r>
              <a:rPr lang="en-US" dirty="0" err="1"/>
              <a:t>echipei</a:t>
            </a:r>
            <a:r>
              <a:rPr lang="en-US" dirty="0"/>
              <a:t> a </a:t>
            </a:r>
            <a:r>
              <a:rPr lang="en-US" dirty="0" err="1"/>
              <a:t>contribuit</a:t>
            </a:r>
            <a:r>
              <a:rPr lang="en-US" dirty="0"/>
              <a:t> la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izolată</a:t>
            </a:r>
            <a:r>
              <a:rPr lang="en-US" dirty="0"/>
              <a:t> a </a:t>
            </a:r>
            <a:r>
              <a:rPr lang="en-US" dirty="0" err="1"/>
              <a:t>fiecărui</a:t>
            </a:r>
            <a:r>
              <a:rPr lang="en-US" dirty="0"/>
              <a:t> </a:t>
            </a:r>
            <a:r>
              <a:rPr lang="en-US" dirty="0" err="1"/>
              <a:t>microserviciu</a:t>
            </a:r>
            <a:r>
              <a:rPr lang="en-US" dirty="0"/>
              <a:t> din </a:t>
            </a:r>
            <a:r>
              <a:rPr lang="en-US" dirty="0" err="1"/>
              <a:t>punct</a:t>
            </a:r>
            <a:r>
              <a:rPr lang="en-US" dirty="0"/>
              <a:t> de </a:t>
            </a:r>
            <a:r>
              <a:rPr lang="en-US" dirty="0" err="1"/>
              <a:t>vedere</a:t>
            </a:r>
            <a:r>
              <a:rPr lang="en-US" dirty="0"/>
              <a:t> al </a:t>
            </a:r>
            <a:r>
              <a:rPr lang="en-US" dirty="0" err="1"/>
              <a:t>frontendului</a:t>
            </a:r>
            <a:r>
              <a:rPr lang="en-US" dirty="0"/>
              <a:t>, </a:t>
            </a:r>
            <a:r>
              <a:rPr lang="en-US" dirty="0" err="1"/>
              <a:t>consolidând</a:t>
            </a:r>
            <a:r>
              <a:rPr lang="en-US" dirty="0"/>
              <a:t>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comunicării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user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aplicație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8D59B5-DCC8-527E-BD03-5EC7AF074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860755"/>
            <a:ext cx="3825572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1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B2871-384A-F558-B7DC-5483FB14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Dragos Burtea - developer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11E689-D1CE-7000-9A24-64AC2014DD5B}"/>
              </a:ext>
            </a:extLst>
          </p:cNvPr>
          <p:cNvSpPr txBox="1"/>
          <p:nvPr/>
        </p:nvSpPr>
        <p:spPr>
          <a:xfrm>
            <a:off x="590525" y="1905000"/>
            <a:ext cx="108143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S-a </a:t>
            </a:r>
            <a:r>
              <a:rPr lang="en-US" dirty="0" err="1"/>
              <a:t>ocupat</a:t>
            </a:r>
            <a:r>
              <a:rPr lang="en-US" dirty="0"/>
              <a:t> de frontend-ul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microserviciile</a:t>
            </a:r>
            <a:r>
              <a:rPr lang="en-US" dirty="0"/>
              <a:t> de Order </a:t>
            </a:r>
            <a:r>
              <a:rPr lang="en-US" dirty="0" err="1"/>
              <a:t>si</a:t>
            </a:r>
            <a:r>
              <a:rPr lang="en-US" dirty="0"/>
              <a:t> Review.</a:t>
            </a:r>
          </a:p>
          <a:p>
            <a:endParaRPr lang="en-US" dirty="0"/>
          </a:p>
          <a:p>
            <a:r>
              <a:rPr lang="en-US" dirty="0"/>
              <a:t>Order Service:</a:t>
            </a:r>
          </a:p>
          <a:p>
            <a:r>
              <a:rPr lang="en-US" dirty="0"/>
              <a:t>	-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layouturilor</a:t>
            </a:r>
            <a:r>
              <a:rPr lang="en-US" dirty="0"/>
              <a:t> de </a:t>
            </a:r>
            <a:r>
              <a:rPr lang="en-US" dirty="0" err="1"/>
              <a:t>baza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interfetelor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usecase-urilor</a:t>
            </a:r>
            <a:r>
              <a:rPr lang="en-US" dirty="0"/>
              <a:t> de CRUD</a:t>
            </a:r>
          </a:p>
          <a:p>
            <a:r>
              <a:rPr lang="en-US" dirty="0"/>
              <a:t>	-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comunicarilor</a:t>
            </a:r>
            <a:r>
              <a:rPr lang="en-US" dirty="0"/>
              <a:t> cu User, Product, Notification</a:t>
            </a:r>
          </a:p>
          <a:p>
            <a:r>
              <a:rPr lang="en-US" dirty="0"/>
              <a:t>	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rutari</a:t>
            </a:r>
            <a:r>
              <a:rPr lang="en-US" dirty="0"/>
              <a:t> in Frontend</a:t>
            </a:r>
          </a:p>
          <a:p>
            <a:endParaRPr lang="en-US" dirty="0"/>
          </a:p>
          <a:p>
            <a:r>
              <a:rPr lang="en-US" dirty="0"/>
              <a:t>Review Service:</a:t>
            </a:r>
          </a:p>
          <a:p>
            <a:r>
              <a:rPr lang="en-US" dirty="0"/>
              <a:t>	-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layouturilor</a:t>
            </a:r>
            <a:r>
              <a:rPr lang="en-US" dirty="0"/>
              <a:t> de </a:t>
            </a:r>
            <a:r>
              <a:rPr lang="en-US" dirty="0" err="1"/>
              <a:t>baza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interfetelor</a:t>
            </a:r>
            <a:r>
              <a:rPr lang="en-US" dirty="0"/>
              <a:t> </a:t>
            </a:r>
            <a:r>
              <a:rPr lang="en-US" dirty="0" err="1"/>
              <a:t>usecase-rilor</a:t>
            </a:r>
            <a:r>
              <a:rPr lang="en-US" dirty="0"/>
              <a:t> de CRUD</a:t>
            </a:r>
          </a:p>
          <a:p>
            <a:r>
              <a:rPr lang="en-US" dirty="0"/>
              <a:t>	- </a:t>
            </a:r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rolurilor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restrictilor</a:t>
            </a:r>
            <a:r>
              <a:rPr lang="en-US" dirty="0"/>
              <a:t> de user </a:t>
            </a:r>
            <a:r>
              <a:rPr lang="en-US" dirty="0" err="1"/>
              <a:t>aplicate</a:t>
            </a:r>
            <a:r>
              <a:rPr lang="en-US" dirty="0"/>
              <a:t> in </a:t>
            </a:r>
            <a:r>
              <a:rPr lang="en-US" dirty="0" err="1"/>
              <a:t>interfata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sincronizarii</a:t>
            </a:r>
            <a:r>
              <a:rPr lang="en-US" dirty="0"/>
              <a:t> cu </a:t>
            </a:r>
            <a:r>
              <a:rPr lang="en-US" dirty="0" err="1"/>
              <a:t>microserviciul</a:t>
            </a:r>
            <a:r>
              <a:rPr lang="en-US" dirty="0"/>
              <a:t> Notification direct in frontend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end </a:t>
            </a:r>
            <a:r>
              <a:rPr lang="en-US" dirty="0" err="1"/>
              <a:t>pointuri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rutari</a:t>
            </a:r>
            <a:r>
              <a:rPr lang="en-US" dirty="0"/>
              <a:t> in Frontend</a:t>
            </a:r>
          </a:p>
        </p:txBody>
      </p:sp>
    </p:spTree>
    <p:extLst>
      <p:ext uri="{BB962C8B-B14F-4D97-AF65-F5344CB8AC3E}">
        <p14:creationId xmlns:p14="http://schemas.microsoft.com/office/powerpoint/2010/main" val="244978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9524-3250-E012-4EB4-7C801F3A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Andrei Hirlav - developer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1A225-DD44-8FED-BBA8-5B66A018BD8B}"/>
              </a:ext>
            </a:extLst>
          </p:cNvPr>
          <p:cNvSpPr txBox="1"/>
          <p:nvPr/>
        </p:nvSpPr>
        <p:spPr>
          <a:xfrm>
            <a:off x="590525" y="1905000"/>
            <a:ext cx="1081430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S-a </a:t>
            </a:r>
            <a:r>
              <a:rPr lang="en-US" dirty="0" err="1"/>
              <a:t>ocupat</a:t>
            </a:r>
            <a:r>
              <a:rPr lang="en-US" dirty="0"/>
              <a:t> de </a:t>
            </a:r>
            <a:r>
              <a:rPr lang="en-US" dirty="0" err="1"/>
              <a:t>frontendul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microserviciul</a:t>
            </a:r>
            <a:r>
              <a:rPr lang="en-US" dirty="0"/>
              <a:t> de Product, plus </a:t>
            </a:r>
            <a:r>
              <a:rPr lang="en-US" dirty="0" err="1"/>
              <a:t>contribuție</a:t>
            </a:r>
            <a:r>
              <a:rPr lang="en-US" dirty="0"/>
              <a:t> pe </a:t>
            </a:r>
            <a:r>
              <a:rPr lang="en-US" dirty="0" err="1"/>
              <a:t>ecranele</a:t>
            </a:r>
            <a:r>
              <a:rPr lang="en-US" dirty="0"/>
              <a:t> de Login </a:t>
            </a:r>
            <a:r>
              <a:rPr lang="en-US" dirty="0" err="1"/>
              <a:t>și</a:t>
            </a:r>
            <a:r>
              <a:rPr lang="en-US" dirty="0"/>
              <a:t> Register,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Dashboard.</a:t>
            </a:r>
          </a:p>
          <a:p>
            <a:endParaRPr lang="en-US" dirty="0"/>
          </a:p>
          <a:p>
            <a:r>
              <a:rPr lang="en-US" dirty="0"/>
              <a:t>Product Service: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layouturilor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 ale </a:t>
            </a:r>
            <a:r>
              <a:rPr lang="en-US" dirty="0" err="1"/>
              <a:t>pagini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interfatarilor</a:t>
            </a:r>
            <a:r>
              <a:rPr lang="en-US" dirty="0"/>
              <a:t> </a:t>
            </a:r>
            <a:r>
              <a:rPr lang="en-US" dirty="0" err="1"/>
              <a:t>usecase-urilor</a:t>
            </a:r>
            <a:r>
              <a:rPr lang="en-US" dirty="0"/>
              <a:t> de CRUD in </a:t>
            </a:r>
            <a:r>
              <a:rPr lang="en-US" dirty="0" err="1"/>
              <a:t>functie</a:t>
            </a:r>
            <a:r>
              <a:rPr lang="en-US" dirty="0"/>
              <a:t> de </a:t>
            </a:r>
            <a:r>
              <a:rPr lang="en-US" dirty="0" err="1"/>
              <a:t>roluri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sincroinizarii</a:t>
            </a:r>
            <a:r>
              <a:rPr lang="en-US" dirty="0"/>
              <a:t> cu </a:t>
            </a:r>
            <a:r>
              <a:rPr lang="en-US" dirty="0" err="1"/>
              <a:t>microserviciile</a:t>
            </a:r>
            <a:r>
              <a:rPr lang="en-US" dirty="0"/>
              <a:t> Order, Notification direct in Frontend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end point </a:t>
            </a:r>
            <a:r>
              <a:rPr lang="en-US" dirty="0" err="1"/>
              <a:t>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rutari</a:t>
            </a:r>
            <a:r>
              <a:rPr lang="en-US" dirty="0"/>
              <a:t> in Frontend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422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FCB7-810D-0EB0-1518-66579F78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David Irimes - developer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AA8CA4-DD31-D7EE-80BE-3829E53C06C6}"/>
              </a:ext>
            </a:extLst>
          </p:cNvPr>
          <p:cNvSpPr txBox="1"/>
          <p:nvPr/>
        </p:nvSpPr>
        <p:spPr>
          <a:xfrm>
            <a:off x="612648" y="1752600"/>
            <a:ext cx="108143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S-a </a:t>
            </a:r>
            <a:r>
              <a:rPr lang="en-US" dirty="0" err="1"/>
              <a:t>ocupat</a:t>
            </a:r>
            <a:r>
              <a:rPr lang="en-US" dirty="0"/>
              <a:t> de </a:t>
            </a:r>
            <a:r>
              <a:rPr lang="en-US" dirty="0" err="1"/>
              <a:t>frontendul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microserviciile</a:t>
            </a:r>
            <a:r>
              <a:rPr lang="en-US" dirty="0"/>
              <a:t> de User </a:t>
            </a:r>
            <a:r>
              <a:rPr lang="en-US" dirty="0" err="1"/>
              <a:t>si</a:t>
            </a:r>
            <a:r>
              <a:rPr lang="en-US" dirty="0"/>
              <a:t> Credentials.</a:t>
            </a:r>
          </a:p>
          <a:p>
            <a:endParaRPr lang="en-US" dirty="0"/>
          </a:p>
          <a:p>
            <a:r>
              <a:rPr lang="en-US" dirty="0"/>
              <a:t>User Service: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layouturilor</a:t>
            </a:r>
            <a:r>
              <a:rPr lang="en-US" dirty="0"/>
              <a:t> de </a:t>
            </a:r>
            <a:r>
              <a:rPr lang="en-US" dirty="0" err="1"/>
              <a:t>baza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interfetelor</a:t>
            </a:r>
            <a:r>
              <a:rPr lang="en-US" dirty="0"/>
              <a:t> </a:t>
            </a:r>
            <a:r>
              <a:rPr lang="en-US" dirty="0" err="1"/>
              <a:t>usecase-urilor</a:t>
            </a:r>
            <a:r>
              <a:rPr lang="en-US" dirty="0"/>
              <a:t> de CRUD in </a:t>
            </a:r>
            <a:r>
              <a:rPr lang="en-US" dirty="0" err="1"/>
              <a:t>functie</a:t>
            </a:r>
            <a:r>
              <a:rPr lang="en-US" dirty="0"/>
              <a:t> de </a:t>
            </a:r>
            <a:r>
              <a:rPr lang="en-US" dirty="0" err="1"/>
              <a:t>roluri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sincroinizarii</a:t>
            </a:r>
            <a:r>
              <a:rPr lang="en-US" dirty="0"/>
              <a:t> cu </a:t>
            </a:r>
            <a:r>
              <a:rPr lang="en-US" dirty="0" err="1"/>
              <a:t>microserviciul</a:t>
            </a:r>
            <a:r>
              <a:rPr lang="en-US" dirty="0"/>
              <a:t>  Credentials </a:t>
            </a:r>
            <a:r>
              <a:rPr lang="en-US" dirty="0" err="1"/>
              <a:t>prin</a:t>
            </a:r>
            <a:r>
              <a:rPr lang="en-US" dirty="0"/>
              <a:t> frontend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end point </a:t>
            </a:r>
            <a:r>
              <a:rPr lang="en-US" dirty="0" err="1"/>
              <a:t>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rutari</a:t>
            </a:r>
            <a:r>
              <a:rPr lang="en-US" dirty="0"/>
              <a:t> in Frontend</a:t>
            </a:r>
          </a:p>
          <a:p>
            <a:endParaRPr lang="en-US" dirty="0"/>
          </a:p>
          <a:p>
            <a:r>
              <a:rPr lang="en-US" dirty="0"/>
              <a:t>Credentials Service:</a:t>
            </a:r>
          </a:p>
          <a:p>
            <a:r>
              <a:rPr lang="en-US" dirty="0"/>
              <a:t>	- </a:t>
            </a:r>
            <a:r>
              <a:rPr lang="en-US" dirty="0" err="1"/>
              <a:t>contributie</a:t>
            </a:r>
            <a:r>
              <a:rPr lang="en-US" dirty="0"/>
              <a:t> la </a:t>
            </a:r>
            <a:r>
              <a:rPr lang="en-US" dirty="0" err="1"/>
              <a:t>paginile</a:t>
            </a:r>
            <a:r>
              <a:rPr lang="en-US" dirty="0"/>
              <a:t> de Login, Register, Reset Password</a:t>
            </a:r>
          </a:p>
          <a:p>
            <a:r>
              <a:rPr lang="en-US" dirty="0"/>
              <a:t>	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interfetelor</a:t>
            </a:r>
            <a:r>
              <a:rPr lang="en-US" dirty="0"/>
              <a:t> </a:t>
            </a:r>
            <a:r>
              <a:rPr lang="en-US" dirty="0" err="1"/>
              <a:t>usecase-rilor</a:t>
            </a:r>
            <a:r>
              <a:rPr lang="en-US" dirty="0"/>
              <a:t> de </a:t>
            </a:r>
            <a:r>
              <a:rPr lang="en-US" dirty="0" err="1"/>
              <a:t>validare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autentificare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sincronizarii</a:t>
            </a:r>
            <a:r>
              <a:rPr lang="en-US" dirty="0"/>
              <a:t> cu </a:t>
            </a:r>
            <a:r>
              <a:rPr lang="en-US" dirty="0" err="1"/>
              <a:t>microserviciul</a:t>
            </a:r>
            <a:r>
              <a:rPr lang="en-US" dirty="0"/>
              <a:t> User </a:t>
            </a:r>
            <a:r>
              <a:rPr lang="en-US" dirty="0" err="1"/>
              <a:t>prin</a:t>
            </a:r>
            <a:r>
              <a:rPr lang="en-US" dirty="0"/>
              <a:t> Fronted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end </a:t>
            </a:r>
            <a:r>
              <a:rPr lang="en-US" dirty="0" err="1"/>
              <a:t>pointuri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rutari</a:t>
            </a:r>
            <a:r>
              <a:rPr lang="en-US" dirty="0"/>
              <a:t> in Frontend</a:t>
            </a:r>
          </a:p>
        </p:txBody>
      </p:sp>
    </p:spTree>
    <p:extLst>
      <p:ext uri="{BB962C8B-B14F-4D97-AF65-F5344CB8AC3E}">
        <p14:creationId xmlns:p14="http://schemas.microsoft.com/office/powerpoint/2010/main" val="2558565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F5B1-3496-BC48-A2E9-782349FE4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72" y="914400"/>
            <a:ext cx="10963655" cy="762001"/>
          </a:xfrm>
        </p:spPr>
        <p:txBody>
          <a:bodyPr/>
          <a:lstStyle/>
          <a:p>
            <a:r>
              <a:rPr lang="en-US" dirty="0"/>
              <a:t>Alexandru </a:t>
            </a:r>
            <a:r>
              <a:rPr lang="ro-RO" noProof="0" dirty="0"/>
              <a:t>constantin</a:t>
            </a:r>
            <a:br>
              <a:rPr lang="en-US" dirty="0"/>
            </a:br>
            <a:r>
              <a:rPr lang="en-US" dirty="0"/>
              <a:t>scrum master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565A26-67F0-0917-DAEB-8FBE109CDDF3}"/>
              </a:ext>
            </a:extLst>
          </p:cNvPr>
          <p:cNvSpPr txBox="1"/>
          <p:nvPr/>
        </p:nvSpPr>
        <p:spPr>
          <a:xfrm>
            <a:off x="762000" y="2286000"/>
            <a:ext cx="109636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S-a </a:t>
            </a:r>
            <a:r>
              <a:rPr lang="en-US" dirty="0" err="1"/>
              <a:t>ocupat</a:t>
            </a:r>
            <a:r>
              <a:rPr lang="en-US" dirty="0"/>
              <a:t> de </a:t>
            </a:r>
            <a:r>
              <a:rPr lang="en-US" dirty="0" err="1"/>
              <a:t>creare</a:t>
            </a:r>
            <a:r>
              <a:rPr lang="en-US" dirty="0"/>
              <a:t>, status </a:t>
            </a:r>
            <a:r>
              <a:rPr lang="en-US" dirty="0" err="1"/>
              <a:t>si</a:t>
            </a:r>
            <a:r>
              <a:rPr lang="en-US" dirty="0"/>
              <a:t> code review.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oferit</a:t>
            </a:r>
            <a:r>
              <a:rPr lang="en-US" dirty="0"/>
              <a:t> support </a:t>
            </a:r>
            <a:r>
              <a:rPr lang="en-US" dirty="0" err="1"/>
              <a:t>echipei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mediu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 professional.</a:t>
            </a:r>
          </a:p>
          <a:p>
            <a:endParaRPr lang="en-US" dirty="0"/>
          </a:p>
          <a:p>
            <a:r>
              <a:rPr lang="en-US" dirty="0" err="1"/>
              <a:t>Monitorizare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validare</a:t>
            </a:r>
            <a:r>
              <a:rPr lang="en-US" dirty="0"/>
              <a:t> </a:t>
            </a:r>
            <a:r>
              <a:rPr lang="en-US" dirty="0" err="1"/>
              <a:t>tichete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4313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D0F7-3730-6E67-CC0C-69A2E2366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rmAutofit/>
          </a:bodyPr>
          <a:lstStyle/>
          <a:p>
            <a:r>
              <a:rPr lang="en-US" dirty="0" err="1"/>
              <a:t>Concluzii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18D08-B2B8-430C-83B0-F88B2B1C539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dirty="0"/>
              <a:t>Pe </a:t>
            </a:r>
            <a:r>
              <a:rPr lang="en-US" sz="1100" dirty="0" err="1"/>
              <a:t>partea</a:t>
            </a:r>
            <a:r>
              <a:rPr lang="en-US" sz="1100" dirty="0"/>
              <a:t> </a:t>
            </a:r>
            <a:r>
              <a:rPr lang="en-US" sz="1100" dirty="0" err="1"/>
              <a:t>tehnica</a:t>
            </a:r>
            <a:r>
              <a:rPr lang="en-US" sz="1100" dirty="0"/>
              <a:t> </a:t>
            </a:r>
            <a:r>
              <a:rPr lang="en-US" sz="1100" dirty="0" err="1"/>
              <a:t>echipa</a:t>
            </a:r>
            <a:r>
              <a:rPr lang="en-US" sz="1100" dirty="0"/>
              <a:t> a </a:t>
            </a:r>
            <a:r>
              <a:rPr lang="en-US" sz="1100" dirty="0" err="1"/>
              <a:t>respecta</a:t>
            </a:r>
            <a:r>
              <a:rPr lang="en-US" sz="1100" dirty="0"/>
              <a:t> </a:t>
            </a:r>
            <a:r>
              <a:rPr lang="en-US" sz="1100" dirty="0" err="1"/>
              <a:t>principiile</a:t>
            </a:r>
            <a:r>
              <a:rPr lang="en-US" sz="1100" dirty="0"/>
              <a:t> de </a:t>
            </a:r>
            <a:r>
              <a:rPr lang="en-US" sz="1100" dirty="0" err="1"/>
              <a:t>baza</a:t>
            </a:r>
            <a:r>
              <a:rPr lang="en-US" sz="1100" dirty="0"/>
              <a:t> software, </a:t>
            </a:r>
            <a:r>
              <a:rPr lang="en-US" sz="1100" dirty="0" err="1"/>
              <a:t>aplicarea</a:t>
            </a:r>
            <a:r>
              <a:rPr lang="en-US" sz="1100" dirty="0"/>
              <a:t> </a:t>
            </a:r>
            <a:r>
              <a:rPr lang="en-US" sz="1100" dirty="0" err="1"/>
              <a:t>unei</a:t>
            </a:r>
            <a:r>
              <a:rPr lang="en-US" sz="1100" dirty="0"/>
              <a:t> </a:t>
            </a:r>
            <a:r>
              <a:rPr lang="en-US" sz="1100" dirty="0" err="1"/>
              <a:t>arhitecturi</a:t>
            </a:r>
            <a:r>
              <a:rPr lang="en-US" sz="1100" dirty="0"/>
              <a:t> </a:t>
            </a:r>
            <a:r>
              <a:rPr lang="en-US" sz="1100" dirty="0" err="1"/>
              <a:t>scalabile</a:t>
            </a:r>
            <a:r>
              <a:rPr lang="en-US" sz="1100" dirty="0"/>
              <a:t>, </a:t>
            </a:r>
            <a:r>
              <a:rPr lang="en-US" sz="1100" dirty="0" err="1"/>
              <a:t>principiile</a:t>
            </a:r>
            <a:r>
              <a:rPr lang="en-US" sz="1100" dirty="0"/>
              <a:t> de Clean Code </a:t>
            </a:r>
            <a:r>
              <a:rPr lang="en-US" sz="1100" dirty="0" err="1"/>
              <a:t>si</a:t>
            </a:r>
            <a:r>
              <a:rPr lang="en-US" sz="1100" dirty="0"/>
              <a:t> Clean Architecture.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Pe </a:t>
            </a:r>
            <a:r>
              <a:rPr lang="en-US" sz="1100" dirty="0" err="1"/>
              <a:t>partea</a:t>
            </a:r>
            <a:r>
              <a:rPr lang="en-US" sz="1100" dirty="0"/>
              <a:t> de </a:t>
            </a:r>
            <a:r>
              <a:rPr lang="en-US" sz="1100" dirty="0" err="1"/>
              <a:t>comunicare</a:t>
            </a:r>
            <a:r>
              <a:rPr lang="en-US" sz="1100" dirty="0"/>
              <a:t>, s-a </a:t>
            </a:r>
            <a:r>
              <a:rPr lang="en-US" sz="1100" dirty="0" err="1"/>
              <a:t>factut</a:t>
            </a:r>
            <a:r>
              <a:rPr lang="en-US" sz="1100" dirty="0"/>
              <a:t> daily status in </a:t>
            </a:r>
            <a:r>
              <a:rPr lang="en-US" sz="1100" dirty="0" err="1"/>
              <a:t>privinta</a:t>
            </a:r>
            <a:r>
              <a:rPr lang="en-US" sz="1100" dirty="0"/>
              <a:t> </a:t>
            </a:r>
            <a:r>
              <a:rPr lang="en-US" sz="1100" dirty="0" err="1"/>
              <a:t>ticketeleor</a:t>
            </a:r>
            <a:r>
              <a:rPr lang="en-US" sz="1100" dirty="0"/>
              <a:t>, s-a </a:t>
            </a:r>
            <a:r>
              <a:rPr lang="en-US" sz="1100" dirty="0" err="1"/>
              <a:t>oferit</a:t>
            </a:r>
            <a:r>
              <a:rPr lang="en-US" sz="1100" dirty="0"/>
              <a:t> </a:t>
            </a:r>
            <a:r>
              <a:rPr lang="en-US" sz="1100" dirty="0" err="1"/>
              <a:t>suport</a:t>
            </a:r>
            <a:r>
              <a:rPr lang="en-US" sz="1100" dirty="0"/>
              <a:t> </a:t>
            </a:r>
            <a:r>
              <a:rPr lang="en-US" sz="1100" dirty="0" err="1"/>
              <a:t>membrilor</a:t>
            </a:r>
            <a:r>
              <a:rPr lang="en-US" sz="1100" dirty="0"/>
              <a:t> </a:t>
            </a:r>
            <a:r>
              <a:rPr lang="en-US" sz="1100" dirty="0" err="1"/>
              <a:t>echipei</a:t>
            </a:r>
            <a:r>
              <a:rPr lang="en-US" sz="1100" dirty="0"/>
              <a:t>, cat </a:t>
            </a:r>
            <a:r>
              <a:rPr lang="en-US" sz="1100" dirty="0" err="1"/>
              <a:t>si</a:t>
            </a:r>
            <a:r>
              <a:rPr lang="en-US" sz="1100" dirty="0"/>
              <a:t> pair programming.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 err="1"/>
              <a:t>Totodata</a:t>
            </a:r>
            <a:r>
              <a:rPr lang="en-US" sz="1100" dirty="0"/>
              <a:t> s-a </a:t>
            </a:r>
            <a:r>
              <a:rPr lang="en-US" sz="1100" dirty="0" err="1"/>
              <a:t>facut</a:t>
            </a:r>
            <a:r>
              <a:rPr lang="en-US" sz="1100" dirty="0"/>
              <a:t> code review </a:t>
            </a:r>
            <a:r>
              <a:rPr lang="en-US" sz="1100" dirty="0" err="1"/>
              <a:t>si</a:t>
            </a:r>
            <a:r>
              <a:rPr lang="en-US" sz="1100" dirty="0"/>
              <a:t> s-au </a:t>
            </a:r>
            <a:r>
              <a:rPr lang="en-US" sz="1100" dirty="0" err="1"/>
              <a:t>respecta</a:t>
            </a:r>
            <a:r>
              <a:rPr lang="en-US" sz="1100" dirty="0"/>
              <a:t> </a:t>
            </a:r>
            <a:r>
              <a:rPr lang="en-US" sz="1100" dirty="0" err="1"/>
              <a:t>regulile</a:t>
            </a:r>
            <a:r>
              <a:rPr lang="en-US" sz="1100" dirty="0"/>
              <a:t> de git </a:t>
            </a:r>
            <a:r>
              <a:rPr lang="en-US" sz="1100" dirty="0" err="1"/>
              <a:t>si</a:t>
            </a:r>
            <a:r>
              <a:rPr lang="en-US" sz="1100" dirty="0"/>
              <a:t> de </a:t>
            </a:r>
            <a:r>
              <a:rPr lang="en-US" sz="1100" dirty="0" err="1"/>
              <a:t>oferire</a:t>
            </a:r>
            <a:r>
              <a:rPr lang="en-US" sz="1100" dirty="0"/>
              <a:t> status.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 err="1"/>
              <a:t>Probleme</a:t>
            </a:r>
            <a:r>
              <a:rPr lang="en-US" sz="1100" dirty="0"/>
              <a:t> </a:t>
            </a:r>
            <a:r>
              <a:rPr lang="en-US" sz="1100" dirty="0" err="1"/>
              <a:t>intalnite</a:t>
            </a:r>
            <a:r>
              <a:rPr lang="en-US" sz="1100" dirty="0"/>
              <a:t>: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  - </a:t>
            </a:r>
            <a:r>
              <a:rPr lang="en-US" sz="1100" dirty="0" err="1"/>
              <a:t>probleme</a:t>
            </a:r>
            <a:r>
              <a:rPr lang="en-US" sz="1100" dirty="0"/>
              <a:t> de </a:t>
            </a:r>
            <a:r>
              <a:rPr lang="en-US" sz="1100" dirty="0" err="1"/>
              <a:t>sinronizare</a:t>
            </a:r>
            <a:r>
              <a:rPr lang="en-US" sz="1100" dirty="0"/>
              <a:t> a </a:t>
            </a:r>
            <a:r>
              <a:rPr lang="en-US" sz="1100" dirty="0" err="1"/>
              <a:t>microserviciilor</a:t>
            </a:r>
            <a:r>
              <a:rPr lang="en-US" sz="1100" dirty="0"/>
              <a:t> (status testing)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  - s-au </a:t>
            </a:r>
            <a:r>
              <a:rPr lang="en-US" sz="1100" dirty="0" err="1"/>
              <a:t>facut</a:t>
            </a:r>
            <a:r>
              <a:rPr lang="en-US" sz="1100" dirty="0"/>
              <a:t> </a:t>
            </a:r>
            <a:r>
              <a:rPr lang="en-US" sz="1100" dirty="0" err="1"/>
              <a:t>modificari</a:t>
            </a:r>
            <a:r>
              <a:rPr lang="en-US" sz="1100" dirty="0"/>
              <a:t> </a:t>
            </a:r>
            <a:r>
              <a:rPr lang="en-US" sz="1100" dirty="0" err="1"/>
              <a:t>asupra</a:t>
            </a:r>
            <a:r>
              <a:rPr lang="en-US" sz="1100" dirty="0"/>
              <a:t> </a:t>
            </a:r>
            <a:r>
              <a:rPr lang="en-US" sz="1100" dirty="0" err="1"/>
              <a:t>modelului</a:t>
            </a:r>
            <a:r>
              <a:rPr lang="en-US" sz="1100" dirty="0"/>
              <a:t> de date (update </a:t>
            </a:r>
            <a:r>
              <a:rPr lang="en-US" sz="1100" dirty="0" err="1"/>
              <a:t>dupa</a:t>
            </a:r>
            <a:r>
              <a:rPr lang="en-US" sz="1100" dirty="0"/>
              <a:t> </a:t>
            </a:r>
            <a:r>
              <a:rPr lang="en-US" sz="1100" dirty="0" err="1"/>
              <a:t>fiecare</a:t>
            </a:r>
            <a:r>
              <a:rPr lang="en-US" sz="1100" dirty="0"/>
              <a:t> 	MR)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  - </a:t>
            </a:r>
            <a:r>
              <a:rPr lang="en-US" sz="1100" dirty="0" err="1"/>
              <a:t>probleme</a:t>
            </a:r>
            <a:r>
              <a:rPr lang="en-US" sz="1100" dirty="0"/>
              <a:t> de environment (</a:t>
            </a:r>
            <a:r>
              <a:rPr lang="en-US" sz="1100" dirty="0" err="1"/>
              <a:t>rezolvate</a:t>
            </a:r>
            <a:r>
              <a:rPr lang="en-US" sz="1100" dirty="0"/>
              <a:t> ulterior </a:t>
            </a:r>
            <a:r>
              <a:rPr lang="en-US" sz="1100" dirty="0" err="1"/>
              <a:t>prin</a:t>
            </a:r>
            <a:r>
              <a:rPr lang="en-US" sz="1100" dirty="0"/>
              <a:t> </a:t>
            </a:r>
            <a:r>
              <a:rPr lang="en-US" sz="1100" dirty="0" err="1"/>
              <a:t>oferire</a:t>
            </a:r>
            <a:r>
              <a:rPr lang="en-US" sz="1100" dirty="0"/>
              <a:t> de </a:t>
            </a:r>
            <a:r>
              <a:rPr lang="en-US" sz="1100" dirty="0" err="1"/>
              <a:t>suport</a:t>
            </a:r>
            <a:r>
              <a:rPr lang="en-US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0684807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schemas.microsoft.com/office/2006/documentManagement/types"/>
    <ds:schemaRef ds:uri="http://purl.org/dc/elements/1.1/"/>
    <ds:schemaRef ds:uri="16c05727-aa75-4e4a-9b5f-8a80a1165891"/>
    <ds:schemaRef ds:uri="http://schemas.microsoft.com/sharepoint/v3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{99784AA9-8A3C-43C5-83EB-FA999BCE9561}0f45c1b8-b519-4737-8f12-a18148944ef7-TFfcaeb239-e0ad-43c4-9739-4084ddd7c62fe496f549_win32</Template>
  <TotalTime>33</TotalTime>
  <Words>461</Words>
  <Application>Microsoft Office PowerPoint</Application>
  <PresentationFormat>Widescreen</PresentationFormat>
  <Paragraphs>67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Bahnschrift SemiLight</vt:lpstr>
      <vt:lpstr>Blockwork elegance</vt:lpstr>
      <vt:lpstr>Merkador </vt:lpstr>
      <vt:lpstr>Status General</vt:lpstr>
      <vt:lpstr>Dragos Burtea - developer</vt:lpstr>
      <vt:lpstr>Andrei Hirlav - developer</vt:lpstr>
      <vt:lpstr>David Irimes - developer</vt:lpstr>
      <vt:lpstr>Alexandru constantin scrum master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Ciprian Constantin</dc:creator>
  <cp:lastModifiedBy>Alexandru Ciprian Constantin</cp:lastModifiedBy>
  <cp:revision>2</cp:revision>
  <dcterms:created xsi:type="dcterms:W3CDTF">2026-04-30T10:25:39Z</dcterms:created>
  <dcterms:modified xsi:type="dcterms:W3CDTF">2026-05-14T09:41:44Z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5b58b62f-6f94-46bd-8089-18e64b0a9abb_Enabled">
    <vt:lpwstr>true</vt:lpwstr>
  </property>
  <property fmtid="{D5CDD505-2E9C-101B-9397-08002B2CF9AE}" pid="5" name="MSIP_Label_5b58b62f-6f94-46bd-8089-18e64b0a9abb_SetDate">
    <vt:lpwstr>2026-04-30T10:59:32Z</vt:lpwstr>
  </property>
  <property fmtid="{D5CDD505-2E9C-101B-9397-08002B2CF9AE}" pid="6" name="MSIP_Label_5b58b62f-6f94-46bd-8089-18e64b0a9abb_Method">
    <vt:lpwstr>Standard</vt:lpwstr>
  </property>
  <property fmtid="{D5CDD505-2E9C-101B-9397-08002B2CF9AE}" pid="7" name="MSIP_Label_5b58b62f-6f94-46bd-8089-18e64b0a9abb_Name">
    <vt:lpwstr>defa4170-0d19-0005-0004-bc88714345d2</vt:lpwstr>
  </property>
  <property fmtid="{D5CDD505-2E9C-101B-9397-08002B2CF9AE}" pid="8" name="MSIP_Label_5b58b62f-6f94-46bd-8089-18e64b0a9abb_SiteId">
    <vt:lpwstr>a6eb79fa-c4a9-4cce-818d-b85274d15305</vt:lpwstr>
  </property>
  <property fmtid="{D5CDD505-2E9C-101B-9397-08002B2CF9AE}" pid="9" name="MSIP_Label_5b58b62f-6f94-46bd-8089-18e64b0a9abb_ActionId">
    <vt:lpwstr>20994cb6-02d5-44fe-9652-d3bb97b021c5</vt:lpwstr>
  </property>
  <property fmtid="{D5CDD505-2E9C-101B-9397-08002B2CF9AE}" pid="10" name="MSIP_Label_5b58b62f-6f94-46bd-8089-18e64b0a9abb_ContentBits">
    <vt:lpwstr>0</vt:lpwstr>
  </property>
  <property fmtid="{D5CDD505-2E9C-101B-9397-08002B2CF9AE}" pid="11" name="MSIP_Label_5b58b62f-6f94-46bd-8089-18e64b0a9abb_Tag">
    <vt:lpwstr>10, 3, 0, 1</vt:lpwstr>
  </property>
</Properties>
</file>